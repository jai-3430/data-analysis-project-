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9A2CC-1B58-4F1D-AD34-305820CF47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46FE7-D316-4FBD-A843-375FF55B1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7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46FE7-D316-4FBD-A843-375FF55B10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1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2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3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1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2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8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3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8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8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3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5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002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2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0881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17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19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2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D6BA6-D101-4803-89AC-614C0B45C95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78A13CE-1BD8-4C57-935F-45D645C22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3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5B97-2DDB-91D8-6F19-EBC198CED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41" y="825392"/>
            <a:ext cx="7766936" cy="1769752"/>
          </a:xfrm>
        </p:spPr>
        <p:txBody>
          <a:bodyPr/>
          <a:lstStyle/>
          <a:p>
            <a:r>
              <a:rPr lang="en-US" dirty="0"/>
              <a:t>AI-Powered Resume Job Match Scorer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8D7ED-9E58-840E-EE0C-EE9FB9FB1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040" y="2595144"/>
            <a:ext cx="4827640" cy="4528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Python, </a:t>
            </a:r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ABA0D-BD27-8D3B-EEA5-BAF5945F0BF2}"/>
              </a:ext>
            </a:extLst>
          </p:cNvPr>
          <p:cNvSpPr txBox="1"/>
          <p:nvPr/>
        </p:nvSpPr>
        <p:spPr>
          <a:xfrm>
            <a:off x="5319251" y="3254478"/>
            <a:ext cx="4827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lvl="0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Name – Jaishree Kushwaha</a:t>
            </a:r>
          </a:p>
          <a:p>
            <a:pPr lvl="0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– Computer Science and Engineering</a:t>
            </a:r>
          </a:p>
          <a:p>
            <a:pPr lvl="0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– R.R Group of Institutions</a:t>
            </a:r>
          </a:p>
          <a:p>
            <a:pPr lvl="0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 Name -</a:t>
            </a:r>
          </a:p>
        </p:txBody>
      </p:sp>
    </p:spTree>
    <p:extLst>
      <p:ext uri="{BB962C8B-B14F-4D97-AF65-F5344CB8AC3E}">
        <p14:creationId xmlns:p14="http://schemas.microsoft.com/office/powerpoint/2010/main" val="239869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DEEA-F626-BDA0-0467-76879D78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7419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985E2-3D59-1A94-0BD9-1A6668A1FD4B}"/>
              </a:ext>
            </a:extLst>
          </p:cNvPr>
          <p:cNvSpPr txBox="1"/>
          <p:nvPr/>
        </p:nvSpPr>
        <p:spPr>
          <a:xfrm>
            <a:off x="677333" y="1347019"/>
            <a:ext cx="38946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 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Used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Workflow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Algorithm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Demo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32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BEC3-B991-FD4E-D416-626814BCA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83" y="521109"/>
            <a:ext cx="3373556" cy="78658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93CA5-3B45-D8AE-4863-5C6D7D44E2CA}"/>
              </a:ext>
            </a:extLst>
          </p:cNvPr>
          <p:cNvSpPr txBox="1"/>
          <p:nvPr/>
        </p:nvSpPr>
        <p:spPr>
          <a:xfrm>
            <a:off x="539683" y="1307690"/>
            <a:ext cx="80231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screening is an important part of recruitment.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Recruiters receive hundreds of resumes for every job opening.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resume screening 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consuming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Error-prone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for large companies </a:t>
            </a:r>
          </a:p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Our project automates resume matching using Artificial Intelligence techniques.</a:t>
            </a:r>
          </a:p>
        </p:txBody>
      </p:sp>
    </p:spTree>
    <p:extLst>
      <p:ext uri="{BB962C8B-B14F-4D97-AF65-F5344CB8AC3E}">
        <p14:creationId xmlns:p14="http://schemas.microsoft.com/office/powerpoint/2010/main" val="296868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5BE5-1C8D-64F3-BF0B-6987D8D8F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710743" cy="717755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D8716-9000-5ED0-0803-4E499083906D}"/>
              </a:ext>
            </a:extLst>
          </p:cNvPr>
          <p:cNvSpPr txBox="1"/>
          <p:nvPr/>
        </p:nvSpPr>
        <p:spPr>
          <a:xfrm>
            <a:off x="677333" y="2094272"/>
            <a:ext cx="60970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resume screening takes significant time.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Recruiters may overlook qualified candidates.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Candidates do not know how well their resume matches a job.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ATS systems often reject resumes because of missing keywords.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DAC8A-A10E-0FA0-91B2-D2FD044B1E2F}"/>
              </a:ext>
            </a:extLst>
          </p:cNvPr>
          <p:cNvSpPr txBox="1"/>
          <p:nvPr/>
        </p:nvSpPr>
        <p:spPr>
          <a:xfrm>
            <a:off x="677333" y="1550728"/>
            <a:ext cx="1711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 :</a:t>
            </a:r>
          </a:p>
        </p:txBody>
      </p:sp>
    </p:spTree>
    <p:extLst>
      <p:ext uri="{BB962C8B-B14F-4D97-AF65-F5344CB8AC3E}">
        <p14:creationId xmlns:p14="http://schemas.microsoft.com/office/powerpoint/2010/main" val="1848747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BD04-BE62-88B4-EC8C-B47B8CCA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570201" cy="80624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186D9-51BE-E32B-7A53-C052EBB3DFC6}"/>
              </a:ext>
            </a:extLst>
          </p:cNvPr>
          <p:cNvSpPr txBox="1"/>
          <p:nvPr/>
        </p:nvSpPr>
        <p:spPr>
          <a:xfrm>
            <a:off x="677334" y="1415845"/>
            <a:ext cx="45632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resume with job description.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Resume Match Score.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important skills.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 missing skills.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 improvements.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downloadable analysis report.</a:t>
            </a:r>
          </a:p>
        </p:txBody>
      </p:sp>
    </p:spTree>
    <p:extLst>
      <p:ext uri="{BB962C8B-B14F-4D97-AF65-F5344CB8AC3E}">
        <p14:creationId xmlns:p14="http://schemas.microsoft.com/office/powerpoint/2010/main" val="104565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806A-C1AD-3C0C-31F0-A3D6076A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691079" cy="766916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8ABB51-4098-A7B7-F3D9-3502A6100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696087"/>
              </p:ext>
            </p:extLst>
          </p:nvPr>
        </p:nvGraphicFramePr>
        <p:xfrm>
          <a:off x="677334" y="1732578"/>
          <a:ext cx="8596312" cy="339284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70549178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672541065"/>
                    </a:ext>
                  </a:extLst>
                </a:gridCol>
              </a:tblGrid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15292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280093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237404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TF-IDF &amp; Cosine 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745285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PyPDF2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PDF Text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339165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996548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 Expressions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Cleaning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250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29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F2AE-6F57-D41E-0F03-875AA9FAF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65471"/>
            <a:ext cx="5212189" cy="85540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Architecture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48878-35CE-488E-F46F-AC184417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531" y="1042219"/>
            <a:ext cx="6022258" cy="581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8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524D-5051-3459-8D49-32FEB9AE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927" y="137651"/>
            <a:ext cx="4297789" cy="855406"/>
          </a:xfrm>
        </p:spPr>
        <p:txBody>
          <a:bodyPr/>
          <a:lstStyle/>
          <a:p>
            <a:r>
              <a:rPr lang="en-US" dirty="0"/>
              <a:t>Project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33332-E3E8-B696-53AA-D90E984C6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3" y="875071"/>
            <a:ext cx="6272981" cy="598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4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F4A0-1C43-8A03-ED3C-E2463A1C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822950" cy="757084"/>
          </a:xfrm>
        </p:spPr>
        <p:txBody>
          <a:bodyPr>
            <a:norm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860F-B73A-778D-AB1B-DFDAE55BC3D7}"/>
              </a:ext>
            </a:extLst>
          </p:cNvPr>
          <p:cNvSpPr txBox="1"/>
          <p:nvPr/>
        </p:nvSpPr>
        <p:spPr>
          <a:xfrm>
            <a:off x="677334" y="1366684"/>
            <a:ext cx="4730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Upload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 Reader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Description Input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Score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Skills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Skills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Keyword Extraction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Suggestions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Report </a:t>
            </a:r>
          </a:p>
        </p:txBody>
      </p:sp>
    </p:spTree>
    <p:extLst>
      <p:ext uri="{BB962C8B-B14F-4D97-AF65-F5344CB8AC3E}">
        <p14:creationId xmlns:p14="http://schemas.microsoft.com/office/powerpoint/2010/main" val="2402604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6379-C181-06D7-0017-81AC420F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05" y="344129"/>
            <a:ext cx="4130640" cy="737419"/>
          </a:xfrm>
        </p:spPr>
        <p:txBody>
          <a:bodyPr>
            <a:normAutofit/>
          </a:bodyPr>
          <a:lstStyle/>
          <a:p>
            <a:r>
              <a:rPr lang="en-US" dirty="0"/>
              <a:t>Project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52A1E-0A88-1A26-3CC4-9D6AC2972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1347019"/>
            <a:ext cx="8662220" cy="527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4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95CE-452C-B14F-A934-B6D2645D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314563" cy="816077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6FA33-E64B-1F1D-3A8C-E69410B4B9D5}"/>
              </a:ext>
            </a:extLst>
          </p:cNvPr>
          <p:cNvSpPr txBox="1"/>
          <p:nvPr/>
        </p:nvSpPr>
        <p:spPr>
          <a:xfrm>
            <a:off x="677334" y="1425677"/>
            <a:ext cx="41787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Resume Screening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to Use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Time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ATS Friendly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Job Seekers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Resume Optimization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Text Matching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Reports</a:t>
            </a:r>
          </a:p>
        </p:txBody>
      </p:sp>
    </p:spTree>
    <p:extLst>
      <p:ext uri="{BB962C8B-B14F-4D97-AF65-F5344CB8AC3E}">
        <p14:creationId xmlns:p14="http://schemas.microsoft.com/office/powerpoint/2010/main" val="1380230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AB54-B423-5A65-BFDA-770C7968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16008" cy="835742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3EC1A-8E62-4F28-B64A-754FDBD73C55}"/>
              </a:ext>
            </a:extLst>
          </p:cNvPr>
          <p:cNvSpPr txBox="1"/>
          <p:nvPr/>
        </p:nvSpPr>
        <p:spPr>
          <a:xfrm>
            <a:off x="677334" y="1573161"/>
            <a:ext cx="58807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 best with text-based PDFs.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Scanned PDFs require OCR.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text similarity rather than semantic understanding.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 detection depends on the predefined skill library.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evaluate interview performance or practical ability.</a:t>
            </a:r>
          </a:p>
        </p:txBody>
      </p:sp>
    </p:spTree>
    <p:extLst>
      <p:ext uri="{BB962C8B-B14F-4D97-AF65-F5344CB8AC3E}">
        <p14:creationId xmlns:p14="http://schemas.microsoft.com/office/powerpoint/2010/main" val="3036739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C695-2CC0-ADB5-4797-2AFF873E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BCC5A-76BA-249C-B995-666C4773FD2A}"/>
              </a:ext>
            </a:extLst>
          </p:cNvPr>
          <p:cNvSpPr txBox="1"/>
          <p:nvPr/>
        </p:nvSpPr>
        <p:spPr>
          <a:xfrm>
            <a:off x="677334" y="1543664"/>
            <a:ext cx="52209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for scanned resumes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LLM-based resume analysis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ATS score prediction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rewriting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 integration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resume comparison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database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chatbot assistant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recommendations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073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1EE6-AF3A-782A-4A24-E870D012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933995" cy="855406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DF725-722F-A304-3423-8326D965A509}"/>
              </a:ext>
            </a:extLst>
          </p:cNvPr>
          <p:cNvSpPr txBox="1"/>
          <p:nvPr/>
        </p:nvSpPr>
        <p:spPr>
          <a:xfrm>
            <a:off x="677334" y="1553497"/>
            <a:ext cx="9468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AI-Powered Resume Job Match Scorer automates resume screening by comparing resumes with job descriptions using TF-IDF and Cosine Similarity. It helps candidates improve their resumes through skill analysis, keyword extraction, and personalized suggestions while reducing manual effort in the recruitment process.</a:t>
            </a:r>
          </a:p>
        </p:txBody>
      </p:sp>
    </p:spTree>
    <p:extLst>
      <p:ext uri="{BB962C8B-B14F-4D97-AF65-F5344CB8AC3E}">
        <p14:creationId xmlns:p14="http://schemas.microsoft.com/office/powerpoint/2010/main" val="2710247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B019-6385-BF64-6F66-CD8BEB21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650" y="1720644"/>
            <a:ext cx="8596668" cy="3008671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02194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</TotalTime>
  <Words>358</Words>
  <Application>Microsoft Office PowerPoint</Application>
  <PresentationFormat>Widescreen</PresentationFormat>
  <Paragraphs>100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AI-Powered Resume Job Match Scorer</vt:lpstr>
      <vt:lpstr>Agenda</vt:lpstr>
      <vt:lpstr>Introduction</vt:lpstr>
      <vt:lpstr>Problem Statement</vt:lpstr>
      <vt:lpstr>Objectives</vt:lpstr>
      <vt:lpstr>Technologies Used</vt:lpstr>
      <vt:lpstr>System Architecture </vt:lpstr>
      <vt:lpstr>Project Workflow</vt:lpstr>
      <vt:lpstr>Features</vt:lpstr>
      <vt:lpstr>Project Interface</vt:lpstr>
      <vt:lpstr>Advantages</vt:lpstr>
      <vt:lpstr>Limitations</vt:lpstr>
      <vt:lpstr>Future Scopes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Jaishree Kushwaha</dc:creator>
  <cp:lastModifiedBy>Jaishree Kushwaha</cp:lastModifiedBy>
  <cp:revision>1</cp:revision>
  <dcterms:created xsi:type="dcterms:W3CDTF">2026-08-03T11:47:21Z</dcterms:created>
  <dcterms:modified xsi:type="dcterms:W3CDTF">2026-08-03T13:16:37Z</dcterms:modified>
</cp:coreProperties>
</file>