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DDE14-6DD1-4784-8684-BEF2CFBA1CC9}" v="16" dt="2026-07-11T05:18:05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shree Kushwaha" userId="859c2e9ade36fbb4" providerId="LiveId" clId="{CA3849EB-B13C-4304-951C-86A6E6E05C98}"/>
    <pc:docChg chg="undo custSel addSld modSld sldOrd">
      <pc:chgData name="Jaishree Kushwaha" userId="859c2e9ade36fbb4" providerId="LiveId" clId="{CA3849EB-B13C-4304-951C-86A6E6E05C98}" dt="2026-07-11T05:21:16.092" v="207" actId="113"/>
      <pc:docMkLst>
        <pc:docMk/>
      </pc:docMkLst>
      <pc:sldChg chg="addSp delSp modSp mod">
        <pc:chgData name="Jaishree Kushwaha" userId="859c2e9ade36fbb4" providerId="LiveId" clId="{CA3849EB-B13C-4304-951C-86A6E6E05C98}" dt="2026-07-07T04:55:55.651" v="58" actId="14100"/>
        <pc:sldMkLst>
          <pc:docMk/>
          <pc:sldMk cId="1209726054" sldId="256"/>
        </pc:sldMkLst>
        <pc:spChg chg="mod">
          <ac:chgData name="Jaishree Kushwaha" userId="859c2e9ade36fbb4" providerId="LiveId" clId="{CA3849EB-B13C-4304-951C-86A6E6E05C98}" dt="2026-07-07T04:54:47.556" v="48" actId="1076"/>
          <ac:spMkLst>
            <pc:docMk/>
            <pc:sldMk cId="1209726054" sldId="256"/>
            <ac:spMk id="2" creationId="{7F095B56-8CE1-0C59-67B8-628B192548A1}"/>
          </ac:spMkLst>
        </pc:spChg>
        <pc:spChg chg="mod">
          <ac:chgData name="Jaishree Kushwaha" userId="859c2e9ade36fbb4" providerId="LiveId" clId="{CA3849EB-B13C-4304-951C-86A6E6E05C98}" dt="2026-07-07T04:29:22.356" v="3" actId="1076"/>
          <ac:spMkLst>
            <pc:docMk/>
            <pc:sldMk cId="1209726054" sldId="256"/>
            <ac:spMk id="3" creationId="{E166B528-5EEE-7BBB-BA1F-850D914117A6}"/>
          </ac:spMkLst>
        </pc:spChg>
        <pc:picChg chg="add mod">
          <ac:chgData name="Jaishree Kushwaha" userId="859c2e9ade36fbb4" providerId="LiveId" clId="{CA3849EB-B13C-4304-951C-86A6E6E05C98}" dt="2026-07-07T04:55:55.651" v="58" actId="14100"/>
          <ac:picMkLst>
            <pc:docMk/>
            <pc:sldMk cId="1209726054" sldId="256"/>
            <ac:picMk id="5" creationId="{A11E0EE2-6BEA-B4EC-0BE4-051ABC9BBCBB}"/>
          </ac:picMkLst>
        </pc:picChg>
      </pc:sldChg>
      <pc:sldChg chg="addSp modSp mod ord">
        <pc:chgData name="Jaishree Kushwaha" userId="859c2e9ade36fbb4" providerId="LiveId" clId="{CA3849EB-B13C-4304-951C-86A6E6E05C98}" dt="2026-07-07T04:40:13.980" v="12" actId="1076"/>
        <pc:sldMkLst>
          <pc:docMk/>
          <pc:sldMk cId="3499595910" sldId="257"/>
        </pc:sldMkLst>
        <pc:picChg chg="add mod">
          <ac:chgData name="Jaishree Kushwaha" userId="859c2e9ade36fbb4" providerId="LiveId" clId="{CA3849EB-B13C-4304-951C-86A6E6E05C98}" dt="2026-07-07T04:40:13.980" v="12" actId="1076"/>
          <ac:picMkLst>
            <pc:docMk/>
            <pc:sldMk cId="3499595910" sldId="257"/>
            <ac:picMk id="4" creationId="{A26EF019-036B-CA7D-A3C8-F8AF82C05FDD}"/>
          </ac:picMkLst>
        </pc:picChg>
      </pc:sldChg>
      <pc:sldChg chg="addSp modSp mod">
        <pc:chgData name="Jaishree Kushwaha" userId="859c2e9ade36fbb4" providerId="LiveId" clId="{CA3849EB-B13C-4304-951C-86A6E6E05C98}" dt="2026-07-07T04:55:02.708" v="50" actId="1076"/>
        <pc:sldMkLst>
          <pc:docMk/>
          <pc:sldMk cId="1248511066" sldId="258"/>
        </pc:sldMkLst>
        <pc:spChg chg="mod">
          <ac:chgData name="Jaishree Kushwaha" userId="859c2e9ade36fbb4" providerId="LiveId" clId="{CA3849EB-B13C-4304-951C-86A6E6E05C98}" dt="2026-07-07T04:41:49.660" v="17" actId="1076"/>
          <ac:spMkLst>
            <pc:docMk/>
            <pc:sldMk cId="1248511066" sldId="258"/>
            <ac:spMk id="2" creationId="{FEEFF787-A815-D4D7-AF85-E75BABF15153}"/>
          </ac:spMkLst>
        </pc:spChg>
        <pc:spChg chg="mod">
          <ac:chgData name="Jaishree Kushwaha" userId="859c2e9ade36fbb4" providerId="LiveId" clId="{CA3849EB-B13C-4304-951C-86A6E6E05C98}" dt="2026-07-07T04:41:39.697" v="16" actId="1076"/>
          <ac:spMkLst>
            <pc:docMk/>
            <pc:sldMk cId="1248511066" sldId="258"/>
            <ac:spMk id="3" creationId="{10AD7316-E51C-F397-2868-4201E10D52ED}"/>
          </ac:spMkLst>
        </pc:spChg>
        <pc:picChg chg="add mod">
          <ac:chgData name="Jaishree Kushwaha" userId="859c2e9ade36fbb4" providerId="LiveId" clId="{CA3849EB-B13C-4304-951C-86A6E6E05C98}" dt="2026-07-07T04:55:02.708" v="50" actId="1076"/>
          <ac:picMkLst>
            <pc:docMk/>
            <pc:sldMk cId="1248511066" sldId="258"/>
            <ac:picMk id="4" creationId="{11C3AA62-0A59-6BCD-58F4-2D2B100C5BA0}"/>
          </ac:picMkLst>
        </pc:picChg>
      </pc:sldChg>
      <pc:sldChg chg="addSp modSp mod">
        <pc:chgData name="Jaishree Kushwaha" userId="859c2e9ade36fbb4" providerId="LiveId" clId="{CA3849EB-B13C-4304-951C-86A6E6E05C98}" dt="2026-07-07T05:15:56.130" v="133" actId="14100"/>
        <pc:sldMkLst>
          <pc:docMk/>
          <pc:sldMk cId="649315144" sldId="259"/>
        </pc:sldMkLst>
        <pc:picChg chg="add mod">
          <ac:chgData name="Jaishree Kushwaha" userId="859c2e9ade36fbb4" providerId="LiveId" clId="{CA3849EB-B13C-4304-951C-86A6E6E05C98}" dt="2026-07-07T05:15:56.130" v="133" actId="14100"/>
          <ac:picMkLst>
            <pc:docMk/>
            <pc:sldMk cId="649315144" sldId="259"/>
            <ac:picMk id="5" creationId="{24C48B3F-8A27-618A-335B-16BEBF96DA89}"/>
          </ac:picMkLst>
        </pc:picChg>
      </pc:sldChg>
      <pc:sldChg chg="addSp delSp modSp mod">
        <pc:chgData name="Jaishree Kushwaha" userId="859c2e9ade36fbb4" providerId="LiveId" clId="{CA3849EB-B13C-4304-951C-86A6E6E05C98}" dt="2026-07-07T05:14:55.964" v="129" actId="22"/>
        <pc:sldMkLst>
          <pc:docMk/>
          <pc:sldMk cId="811691529" sldId="260"/>
        </pc:sldMkLst>
        <pc:picChg chg="add">
          <ac:chgData name="Jaishree Kushwaha" userId="859c2e9ade36fbb4" providerId="LiveId" clId="{CA3849EB-B13C-4304-951C-86A6E6E05C98}" dt="2026-07-07T05:14:55.964" v="129" actId="22"/>
          <ac:picMkLst>
            <pc:docMk/>
            <pc:sldMk cId="811691529" sldId="260"/>
            <ac:picMk id="6" creationId="{A26A2E73-4FFE-B733-0693-11F57CFDB896}"/>
          </ac:picMkLst>
        </pc:picChg>
      </pc:sldChg>
      <pc:sldChg chg="addSp modSp mod">
        <pc:chgData name="Jaishree Kushwaha" userId="859c2e9ade36fbb4" providerId="LiveId" clId="{CA3849EB-B13C-4304-951C-86A6E6E05C98}" dt="2026-07-11T05:18:35.507" v="206" actId="113"/>
        <pc:sldMkLst>
          <pc:docMk/>
          <pc:sldMk cId="892801654" sldId="261"/>
        </pc:sldMkLst>
        <pc:spChg chg="mod">
          <ac:chgData name="Jaishree Kushwaha" userId="859c2e9ade36fbb4" providerId="LiveId" clId="{CA3849EB-B13C-4304-951C-86A6E6E05C98}" dt="2026-07-11T05:18:35.507" v="206" actId="113"/>
          <ac:spMkLst>
            <pc:docMk/>
            <pc:sldMk cId="892801654" sldId="261"/>
            <ac:spMk id="3" creationId="{77A068AC-8D7E-D4AB-B3F5-5F6682138DC9}"/>
          </ac:spMkLst>
        </pc:spChg>
        <pc:picChg chg="add">
          <ac:chgData name="Jaishree Kushwaha" userId="859c2e9ade36fbb4" providerId="LiveId" clId="{CA3849EB-B13C-4304-951C-86A6E6E05C98}" dt="2026-07-07T05:14:47.408" v="128" actId="22"/>
          <ac:picMkLst>
            <pc:docMk/>
            <pc:sldMk cId="892801654" sldId="261"/>
            <ac:picMk id="5" creationId="{06320263-8EC9-2268-E58A-D8637207335F}"/>
          </ac:picMkLst>
        </pc:picChg>
      </pc:sldChg>
      <pc:sldChg chg="addSp mod">
        <pc:chgData name="Jaishree Kushwaha" userId="859c2e9ade36fbb4" providerId="LiveId" clId="{CA3849EB-B13C-4304-951C-86A6E6E05C98}" dt="2026-07-07T05:14:36.713" v="127" actId="22"/>
        <pc:sldMkLst>
          <pc:docMk/>
          <pc:sldMk cId="915528248" sldId="262"/>
        </pc:sldMkLst>
        <pc:picChg chg="add">
          <ac:chgData name="Jaishree Kushwaha" userId="859c2e9ade36fbb4" providerId="LiveId" clId="{CA3849EB-B13C-4304-951C-86A6E6E05C98}" dt="2026-07-07T05:14:36.713" v="127" actId="22"/>
          <ac:picMkLst>
            <pc:docMk/>
            <pc:sldMk cId="915528248" sldId="262"/>
            <ac:picMk id="5" creationId="{1E4CF674-A21B-E67D-C0F3-D774C1230E98}"/>
          </ac:picMkLst>
        </pc:picChg>
      </pc:sldChg>
      <pc:sldChg chg="addSp modSp mod">
        <pc:chgData name="Jaishree Kushwaha" userId="859c2e9ade36fbb4" providerId="LiveId" clId="{CA3849EB-B13C-4304-951C-86A6E6E05C98}" dt="2026-07-07T04:49:16.659" v="40" actId="1440"/>
        <pc:sldMkLst>
          <pc:docMk/>
          <pc:sldMk cId="1530365654" sldId="263"/>
        </pc:sldMkLst>
        <pc:spChg chg="mod">
          <ac:chgData name="Jaishree Kushwaha" userId="859c2e9ade36fbb4" providerId="LiveId" clId="{CA3849EB-B13C-4304-951C-86A6E6E05C98}" dt="2026-07-07T04:48:52.843" v="36" actId="1076"/>
          <ac:spMkLst>
            <pc:docMk/>
            <pc:sldMk cId="1530365654" sldId="263"/>
            <ac:spMk id="2" creationId="{68DACCFA-2FD9-4170-F40B-6EE2B6D68309}"/>
          </ac:spMkLst>
        </pc:spChg>
        <pc:spChg chg="mod">
          <ac:chgData name="Jaishree Kushwaha" userId="859c2e9ade36fbb4" providerId="LiveId" clId="{CA3849EB-B13C-4304-951C-86A6E6E05C98}" dt="2026-07-07T04:48:42.342" v="35" actId="1076"/>
          <ac:spMkLst>
            <pc:docMk/>
            <pc:sldMk cId="1530365654" sldId="263"/>
            <ac:spMk id="3" creationId="{9B514227-946C-F0F6-7CD3-ABFF5818050E}"/>
          </ac:spMkLst>
        </pc:spChg>
        <pc:picChg chg="add mod">
          <ac:chgData name="Jaishree Kushwaha" userId="859c2e9ade36fbb4" providerId="LiveId" clId="{CA3849EB-B13C-4304-951C-86A6E6E05C98}" dt="2026-07-07T04:49:16.659" v="40" actId="1440"/>
          <ac:picMkLst>
            <pc:docMk/>
            <pc:sldMk cId="1530365654" sldId="263"/>
            <ac:picMk id="4" creationId="{8B7FD1CE-6B3F-7F86-2E5C-447C77E3133B}"/>
          </ac:picMkLst>
        </pc:picChg>
      </pc:sldChg>
      <pc:sldChg chg="addSp modSp mod">
        <pc:chgData name="Jaishree Kushwaha" userId="859c2e9ade36fbb4" providerId="LiveId" clId="{CA3849EB-B13C-4304-951C-86A6E6E05C98}" dt="2026-07-07T07:04:16.818" v="134" actId="20577"/>
        <pc:sldMkLst>
          <pc:docMk/>
          <pc:sldMk cId="2393899133" sldId="264"/>
        </pc:sldMkLst>
        <pc:spChg chg="mod">
          <ac:chgData name="Jaishree Kushwaha" userId="859c2e9ade36fbb4" providerId="LiveId" clId="{CA3849EB-B13C-4304-951C-86A6E6E05C98}" dt="2026-07-07T07:04:16.818" v="134" actId="20577"/>
          <ac:spMkLst>
            <pc:docMk/>
            <pc:sldMk cId="2393899133" sldId="264"/>
            <ac:spMk id="3" creationId="{0F5F4CB1-C694-2FC6-C903-2BD8D71D76C5}"/>
          </ac:spMkLst>
        </pc:spChg>
        <pc:picChg chg="add">
          <ac:chgData name="Jaishree Kushwaha" userId="859c2e9ade36fbb4" providerId="LiveId" clId="{CA3849EB-B13C-4304-951C-86A6E6E05C98}" dt="2026-07-07T05:14:25.449" v="126" actId="22"/>
          <ac:picMkLst>
            <pc:docMk/>
            <pc:sldMk cId="2393899133" sldId="264"/>
            <ac:picMk id="5" creationId="{43516604-639C-C1B7-5D13-332E0B0184FD}"/>
          </ac:picMkLst>
        </pc:picChg>
      </pc:sldChg>
      <pc:sldChg chg="addSp delSp modSp mod">
        <pc:chgData name="Jaishree Kushwaha" userId="859c2e9ade36fbb4" providerId="LiveId" clId="{CA3849EB-B13C-4304-951C-86A6E6E05C98}" dt="2026-07-07T05:14:12.886" v="125" actId="22"/>
        <pc:sldMkLst>
          <pc:docMk/>
          <pc:sldMk cId="1167060794" sldId="265"/>
        </pc:sldMkLst>
        <pc:picChg chg="add">
          <ac:chgData name="Jaishree Kushwaha" userId="859c2e9ade36fbb4" providerId="LiveId" clId="{CA3849EB-B13C-4304-951C-86A6E6E05C98}" dt="2026-07-07T05:14:12.886" v="125" actId="22"/>
          <ac:picMkLst>
            <pc:docMk/>
            <pc:sldMk cId="1167060794" sldId="265"/>
            <ac:picMk id="6" creationId="{C6996F9C-D21C-0D59-3F10-D9D3240A0242}"/>
          </ac:picMkLst>
        </pc:picChg>
      </pc:sldChg>
      <pc:sldChg chg="addSp modSp mod">
        <pc:chgData name="Jaishree Kushwaha" userId="859c2e9ade36fbb4" providerId="LiveId" clId="{CA3849EB-B13C-4304-951C-86A6E6E05C98}" dt="2026-07-07T05:01:03.132" v="89" actId="14100"/>
        <pc:sldMkLst>
          <pc:docMk/>
          <pc:sldMk cId="1792684075" sldId="266"/>
        </pc:sldMkLst>
        <pc:picChg chg="add mod">
          <ac:chgData name="Jaishree Kushwaha" userId="859c2e9ade36fbb4" providerId="LiveId" clId="{CA3849EB-B13C-4304-951C-86A6E6E05C98}" dt="2026-07-07T05:01:03.132" v="89" actId="14100"/>
          <ac:picMkLst>
            <pc:docMk/>
            <pc:sldMk cId="1792684075" sldId="266"/>
            <ac:picMk id="4" creationId="{D3B1A638-EFB0-0781-ECC2-38C3FD1EA398}"/>
          </ac:picMkLst>
        </pc:picChg>
      </pc:sldChg>
      <pc:sldChg chg="addSp modSp mod">
        <pc:chgData name="Jaishree Kushwaha" userId="859c2e9ade36fbb4" providerId="LiveId" clId="{CA3849EB-B13C-4304-951C-86A6E6E05C98}" dt="2026-07-11T05:21:16.092" v="207" actId="113"/>
        <pc:sldMkLst>
          <pc:docMk/>
          <pc:sldMk cId="3209229744" sldId="267"/>
        </pc:sldMkLst>
        <pc:spChg chg="mod">
          <ac:chgData name="Jaishree Kushwaha" userId="859c2e9ade36fbb4" providerId="LiveId" clId="{CA3849EB-B13C-4304-951C-86A6E6E05C98}" dt="2026-07-11T05:21:16.092" v="207" actId="113"/>
          <ac:spMkLst>
            <pc:docMk/>
            <pc:sldMk cId="3209229744" sldId="267"/>
            <ac:spMk id="3" creationId="{83591D75-FB13-D52E-8856-879A20BB7D51}"/>
          </ac:spMkLst>
        </pc:spChg>
        <pc:picChg chg="add mod">
          <ac:chgData name="Jaishree Kushwaha" userId="859c2e9ade36fbb4" providerId="LiveId" clId="{CA3849EB-B13C-4304-951C-86A6E6E05C98}" dt="2026-07-07T05:11:15.297" v="108"/>
          <ac:picMkLst>
            <pc:docMk/>
            <pc:sldMk cId="3209229744" sldId="267"/>
            <ac:picMk id="4" creationId="{5BCEB65C-139E-7223-006F-FA0D555D643B}"/>
          </ac:picMkLst>
        </pc:picChg>
      </pc:sldChg>
      <pc:sldChg chg="addSp modSp mod">
        <pc:chgData name="Jaishree Kushwaha" userId="859c2e9ade36fbb4" providerId="LiveId" clId="{CA3849EB-B13C-4304-951C-86A6E6E05C98}" dt="2026-07-07T05:12:36.328" v="116"/>
        <pc:sldMkLst>
          <pc:docMk/>
          <pc:sldMk cId="161165127" sldId="268"/>
        </pc:sldMkLst>
        <pc:picChg chg="add mod">
          <ac:chgData name="Jaishree Kushwaha" userId="859c2e9ade36fbb4" providerId="LiveId" clId="{CA3849EB-B13C-4304-951C-86A6E6E05C98}" dt="2026-07-07T05:12:36.328" v="116"/>
          <ac:picMkLst>
            <pc:docMk/>
            <pc:sldMk cId="161165127" sldId="268"/>
            <ac:picMk id="4" creationId="{868ABC5A-ABF4-5E3A-976F-1C0328FECCA8}"/>
          </ac:picMkLst>
        </pc:picChg>
      </pc:sldChg>
      <pc:sldChg chg="addSp mod">
        <pc:chgData name="Jaishree Kushwaha" userId="859c2e9ade36fbb4" providerId="LiveId" clId="{CA3849EB-B13C-4304-951C-86A6E6E05C98}" dt="2026-07-07T05:12:55.727" v="117" actId="22"/>
        <pc:sldMkLst>
          <pc:docMk/>
          <pc:sldMk cId="766857381" sldId="269"/>
        </pc:sldMkLst>
        <pc:picChg chg="add">
          <ac:chgData name="Jaishree Kushwaha" userId="859c2e9ade36fbb4" providerId="LiveId" clId="{CA3849EB-B13C-4304-951C-86A6E6E05C98}" dt="2026-07-07T05:12:55.727" v="117" actId="22"/>
          <ac:picMkLst>
            <pc:docMk/>
            <pc:sldMk cId="766857381" sldId="269"/>
            <ac:picMk id="5" creationId="{15D3D71B-66F1-AAC0-7965-06F40BF70D03}"/>
          </ac:picMkLst>
        </pc:picChg>
      </pc:sldChg>
      <pc:sldChg chg="addSp mod">
        <pc:chgData name="Jaishree Kushwaha" userId="859c2e9ade36fbb4" providerId="LiveId" clId="{CA3849EB-B13C-4304-951C-86A6E6E05C98}" dt="2026-07-07T05:13:08.386" v="118" actId="22"/>
        <pc:sldMkLst>
          <pc:docMk/>
          <pc:sldMk cId="2986082918" sldId="270"/>
        </pc:sldMkLst>
        <pc:picChg chg="add">
          <ac:chgData name="Jaishree Kushwaha" userId="859c2e9ade36fbb4" providerId="LiveId" clId="{CA3849EB-B13C-4304-951C-86A6E6E05C98}" dt="2026-07-07T05:13:08.386" v="118" actId="22"/>
          <ac:picMkLst>
            <pc:docMk/>
            <pc:sldMk cId="2986082918" sldId="270"/>
            <ac:picMk id="5" creationId="{3CB4156C-6705-7619-63A8-9E008768A1BE}"/>
          </ac:picMkLst>
        </pc:picChg>
      </pc:sldChg>
      <pc:sldChg chg="addSp modSp mod">
        <pc:chgData name="Jaishree Kushwaha" userId="859c2e9ade36fbb4" providerId="LiveId" clId="{CA3849EB-B13C-4304-951C-86A6E6E05C98}" dt="2026-07-07T05:13:59.893" v="124" actId="14100"/>
        <pc:sldMkLst>
          <pc:docMk/>
          <pc:sldMk cId="2595966203" sldId="271"/>
        </pc:sldMkLst>
        <pc:spChg chg="mod">
          <ac:chgData name="Jaishree Kushwaha" userId="859c2e9ade36fbb4" providerId="LiveId" clId="{CA3849EB-B13C-4304-951C-86A6E6E05C98}" dt="2026-07-07T04:32:27.472" v="4" actId="207"/>
          <ac:spMkLst>
            <pc:docMk/>
            <pc:sldMk cId="2595966203" sldId="271"/>
            <ac:spMk id="4" creationId="{9491B4D1-3743-4F30-EFD6-1F6D7D2AFA2E}"/>
          </ac:spMkLst>
        </pc:spChg>
        <pc:picChg chg="add mod">
          <ac:chgData name="Jaishree Kushwaha" userId="859c2e9ade36fbb4" providerId="LiveId" clId="{CA3849EB-B13C-4304-951C-86A6E6E05C98}" dt="2026-07-07T05:13:59.893" v="124" actId="14100"/>
          <ac:picMkLst>
            <pc:docMk/>
            <pc:sldMk cId="2595966203" sldId="271"/>
            <ac:picMk id="5" creationId="{A2959C51-C96B-6E0E-2A0A-F9E04F3DA40C}"/>
          </ac:picMkLst>
        </pc:picChg>
      </pc:sldChg>
      <pc:sldChg chg="addSp delSp modSp new mod">
        <pc:chgData name="Jaishree Kushwaha" userId="859c2e9ade36fbb4" providerId="LiveId" clId="{CA3849EB-B13C-4304-951C-86A6E6E05C98}" dt="2026-07-07T04:48:00.335" v="32" actId="14100"/>
        <pc:sldMkLst>
          <pc:docMk/>
          <pc:sldMk cId="660387036" sldId="272"/>
        </pc:sldMkLst>
        <pc:picChg chg="add mod">
          <ac:chgData name="Jaishree Kushwaha" userId="859c2e9ade36fbb4" providerId="LiveId" clId="{CA3849EB-B13C-4304-951C-86A6E6E05C98}" dt="2026-07-07T04:48:00.335" v="32" actId="14100"/>
          <ac:picMkLst>
            <pc:docMk/>
            <pc:sldMk cId="660387036" sldId="272"/>
            <ac:picMk id="4" creationId="{6458D09B-3A33-9676-DFDA-E103EE4BCE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0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0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3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0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5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4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4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2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0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3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1570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04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0771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12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0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96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C91E-BE5F-2218-51AF-6ABFED87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959DC-16FC-5516-92E4-5B20690AE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308A9-0B56-F953-AD89-739A09E7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D9701-0D60-5F12-368B-3F814762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5BD30-DD5B-DABE-913E-68392791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2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1E507-B1D4-459C-B4FE-C85BC5CC045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BA9A9C4-6595-457C-ADF9-49113B103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  <p:sldLayoutId id="21474838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5B56-8CE1-0C59-67B8-628B19254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Fake News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B528-5EEE-7BBB-BA1F-850D9141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5222" y="4414628"/>
            <a:ext cx="7990894" cy="109689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Presented By: Jaishree Kushwaha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Department: Computer Science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and Engineering</a:t>
            </a:r>
          </a:p>
        </p:txBody>
      </p:sp>
      <p:pic>
        <p:nvPicPr>
          <p:cNvPr id="5" name="Picture 4" descr="&quot;fake news&quot; headline">
            <a:extLst>
              <a:ext uri="{FF2B5EF4-FFF2-40B4-BE49-F238E27FC236}">
                <a16:creationId xmlns:a16="http://schemas.microsoft.com/office/drawing/2014/main" id="{A11E0EE2-6BEA-B4EC-0BE4-051ABC9BB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3360288"/>
            <a:ext cx="3628104" cy="337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2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39A9-1067-FE4C-C0C3-BDCFC447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B9E92-2E85-D274-3D8F-B6383A9E6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Introduction</a:t>
            </a:r>
          </a:p>
          <a:p>
            <a:r>
              <a:rPr lang="en-US" dirty="0"/>
              <a:t> Problem Statement</a:t>
            </a:r>
          </a:p>
          <a:p>
            <a:r>
              <a:rPr lang="en-US" dirty="0"/>
              <a:t> Objectives</a:t>
            </a:r>
          </a:p>
          <a:p>
            <a:r>
              <a:rPr lang="en-US" dirty="0"/>
              <a:t> Dataset</a:t>
            </a:r>
          </a:p>
          <a:p>
            <a:r>
              <a:rPr lang="en-US" dirty="0"/>
              <a:t> Machine Learning Process</a:t>
            </a:r>
          </a:p>
          <a:p>
            <a:r>
              <a:rPr lang="en-US" dirty="0"/>
              <a:t> Algorithms</a:t>
            </a:r>
          </a:p>
          <a:p>
            <a:r>
              <a:rPr lang="en-US" dirty="0"/>
              <a:t> Results</a:t>
            </a:r>
          </a:p>
          <a:p>
            <a:r>
              <a:rPr lang="en-US" dirty="0"/>
              <a:t> Future Scope</a:t>
            </a:r>
          </a:p>
        </p:txBody>
      </p:sp>
      <p:pic>
        <p:nvPicPr>
          <p:cNvPr id="4" name="Picture 3" descr="https://images.openai.com/static-rsc-4/Q2UDD0xUYzY-kCnuHLtor7wjlYbkpD7AmTkpzHEQk34-plOwVkEPCZuQ8BAzn6mZOkjLlB-regnfK2yswzQLv3i6FWy5SsCHyc7SU9ztcOtDUNvneNwHQ8DgUirRjJWcbw5CCxh30i_Kbtdu8D1DaRAcr3YaZgv3MkWH9I9dMA9UIdR8CTLzcBQdBHAQNo-u?purpose=fullsize">
            <a:extLst>
              <a:ext uri="{FF2B5EF4-FFF2-40B4-BE49-F238E27FC236}">
                <a16:creationId xmlns:a16="http://schemas.microsoft.com/office/drawing/2014/main" id="{A26EF019-036B-CA7D-A3C8-F8AF82C0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25" y="462677"/>
            <a:ext cx="5161936" cy="51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95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FF787-A815-D4D7-AF85-E75BABF1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5" y="454308"/>
            <a:ext cx="8596668" cy="13208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D7316-E51C-F397-2868-4201E10D5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59" y="1580485"/>
            <a:ext cx="8596668" cy="3880773"/>
          </a:xfrm>
        </p:spPr>
        <p:txBody>
          <a:bodyPr/>
          <a:lstStyle/>
          <a:p>
            <a:r>
              <a:rPr lang="en-US" dirty="0"/>
              <a:t> Fake news spreads rapidly through social media.</a:t>
            </a:r>
          </a:p>
          <a:p>
            <a:r>
              <a:rPr lang="en-US" dirty="0"/>
              <a:t> Manual verification is difficult.</a:t>
            </a:r>
          </a:p>
          <a:p>
            <a:r>
              <a:rPr lang="en-US" dirty="0"/>
              <a:t> Machine Learning can classify news automatically.</a:t>
            </a:r>
          </a:p>
          <a:p>
            <a:r>
              <a:rPr lang="en-US" dirty="0"/>
              <a:t> NLP helps analyze textual content.</a:t>
            </a:r>
          </a:p>
        </p:txBody>
      </p:sp>
      <p:pic>
        <p:nvPicPr>
          <p:cNvPr id="4" name="Picture 3" descr="https://images.openai.com/static-rsc-4/qPXfqzDTtrGP7aFaSzl9V4hYUyyA9oIFI-E6ZmkZC7E-4-3UhykuzxFYEjTyGyq4dRiquv-6IZ1HePXoIEr11xt60h1nbnWVWO5biaWbJYQSo-7qHUzaMAhHw-PNQgPlqrirdcjEiR6dzvd-mRPVAURnm4KI1viWTXPwZ8mE9rFAPaB9jZ34YcCAC2EbafH-?purpose=fullsize">
            <a:extLst>
              <a:ext uri="{FF2B5EF4-FFF2-40B4-BE49-F238E27FC236}">
                <a16:creationId xmlns:a16="http://schemas.microsoft.com/office/drawing/2014/main" id="{11C3AA62-0A59-6BCD-58F4-2D2B100C5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020" y="1611993"/>
            <a:ext cx="3637934" cy="363401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4851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6DDE-5839-BFBE-7253-4ABC1258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5BC14-7EC1-09F6-2FDD-A0C6D3D47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Increasing misinformation online.</a:t>
            </a:r>
          </a:p>
          <a:p>
            <a:r>
              <a:rPr lang="en-US" dirty="0"/>
              <a:t> Difficult to verify every article manually.</a:t>
            </a:r>
          </a:p>
          <a:p>
            <a:r>
              <a:rPr lang="en-US" dirty="0"/>
              <a:t> Need for automated fake news detection.</a:t>
            </a:r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24C48B3F-8A27-618A-335B-16BEBF96DA8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0544" y="1356852"/>
            <a:ext cx="3828426" cy="38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1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E5C0-8D5E-4F14-603A-F49D448D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F4770-5C32-F7AE-7CDD-2B945EFD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Detect fake news accurately.</a:t>
            </a:r>
          </a:p>
          <a:p>
            <a:r>
              <a:rPr lang="en-US" dirty="0"/>
              <a:t> Reduce misinformation.</a:t>
            </a:r>
          </a:p>
          <a:p>
            <a:r>
              <a:rPr lang="en-US" dirty="0"/>
              <a:t> Improve decision making.</a:t>
            </a:r>
          </a:p>
          <a:p>
            <a:r>
              <a:rPr lang="en-US" dirty="0"/>
              <a:t> Build a reliable ML model.</a:t>
            </a:r>
          </a:p>
        </p:txBody>
      </p:sp>
      <p:pic>
        <p:nvPicPr>
          <p:cNvPr id="6" name="Picture 5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A26A2E73-4FFE-B733-0693-11F57CFDB89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9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C93F-8C37-3816-92B2-C7D6A4A8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068AC-8D7E-D4AB-B3F5-5F6682138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Dataset Files:</a:t>
            </a:r>
          </a:p>
          <a:p>
            <a:r>
              <a:rPr lang="en-US" dirty="0"/>
              <a:t>• Fake.csv</a:t>
            </a:r>
          </a:p>
          <a:p>
            <a:r>
              <a:rPr lang="en-US" dirty="0"/>
              <a:t>• True.csv</a:t>
            </a:r>
          </a:p>
          <a:p>
            <a:r>
              <a:rPr lang="en-US" b="1" dirty="0"/>
              <a:t>Features:</a:t>
            </a:r>
            <a:r>
              <a:rPr lang="en-US" dirty="0"/>
              <a:t> </a:t>
            </a:r>
          </a:p>
          <a:p>
            <a:r>
              <a:rPr lang="en-US" dirty="0"/>
              <a:t>• Title</a:t>
            </a:r>
          </a:p>
          <a:p>
            <a:r>
              <a:rPr lang="en-US" dirty="0"/>
              <a:t>• Text</a:t>
            </a:r>
          </a:p>
          <a:p>
            <a:r>
              <a:rPr lang="en-US" dirty="0"/>
              <a:t>• Subject</a:t>
            </a:r>
          </a:p>
          <a:p>
            <a:r>
              <a:rPr lang="en-US" dirty="0"/>
              <a:t>• Date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06320263-8EC9-2268-E58A-D8637207335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0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9DB1-B2C0-709F-A71A-E6D011B8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5435E-F869-4289-BB31-605E8228A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Remove Null Values</a:t>
            </a:r>
          </a:p>
          <a:p>
            <a:r>
              <a:rPr lang="en-US" dirty="0"/>
              <a:t> Remove Stop Words</a:t>
            </a:r>
          </a:p>
          <a:p>
            <a:r>
              <a:rPr lang="en-US" dirty="0"/>
              <a:t> Tokenization</a:t>
            </a:r>
          </a:p>
          <a:p>
            <a:r>
              <a:rPr lang="en-US" dirty="0"/>
              <a:t> Stemming</a:t>
            </a:r>
          </a:p>
          <a:p>
            <a:r>
              <a:rPr lang="en-US" dirty="0"/>
              <a:t> Lowercase Conversion</a:t>
            </a:r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1E4CF674-A21B-E67D-C0F3-D774C1230E9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2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CCFA-2FD9-4170-F40B-6EE2B6D6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92" y="589935"/>
            <a:ext cx="8596668" cy="1320800"/>
          </a:xfrm>
        </p:spPr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14227-946C-F0F6-7CD3-ABFF58180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92" y="1757468"/>
            <a:ext cx="5644808" cy="2767012"/>
          </a:xfrm>
        </p:spPr>
        <p:txBody>
          <a:bodyPr/>
          <a:lstStyle/>
          <a:p>
            <a:r>
              <a:rPr lang="en-US" dirty="0"/>
              <a:t> TF-IDF Vectorizer</a:t>
            </a:r>
          </a:p>
          <a:p>
            <a:r>
              <a:rPr lang="en-US" dirty="0"/>
              <a:t> Count Vectorizer</a:t>
            </a:r>
          </a:p>
          <a:p>
            <a:r>
              <a:rPr lang="en-US" dirty="0"/>
              <a:t> Convert Text into Numerical Features</a:t>
            </a:r>
          </a:p>
        </p:txBody>
      </p:sp>
      <p:pic>
        <p:nvPicPr>
          <p:cNvPr id="4" name="Picture 3" descr="A Beginner’s Guide to Text Vectorization in NLP | by Suchitra Jagadhane | Medium">
            <a:extLst>
              <a:ext uri="{FF2B5EF4-FFF2-40B4-BE49-F238E27FC236}">
                <a16:creationId xmlns:a16="http://schemas.microsoft.com/office/drawing/2014/main" id="{8B7FD1CE-6B3F-7F86-2E5C-447C77E3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644" y="408039"/>
            <a:ext cx="3441291" cy="516193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30365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9656-6791-F9E7-C6D7-EDEE2B62B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4CB1-C694-2FC6-C903-2BD8D71D7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  <a:p>
            <a:r>
              <a:rPr lang="en-US" dirty="0"/>
              <a:t> Decision Tree</a:t>
            </a:r>
          </a:p>
          <a:p>
            <a:r>
              <a:rPr lang="en-US" dirty="0"/>
              <a:t> Random Forest</a:t>
            </a:r>
          </a:p>
          <a:p>
            <a:r>
              <a:rPr lang="en-US" dirty="0"/>
              <a:t> Gradient Boosting</a:t>
            </a:r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43516604-639C-C1B7-5D13-332E0B01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9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ontiers | Machine learning in toxicological sciences: opportunities for assessing drug toxicity">
            <a:extLst>
              <a:ext uri="{FF2B5EF4-FFF2-40B4-BE49-F238E27FC236}">
                <a16:creationId xmlns:a16="http://schemas.microsoft.com/office/drawing/2014/main" id="{6458D09B-3A33-9676-DFDA-E103EE4B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35" y="0"/>
            <a:ext cx="10626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8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6202A-3797-6D24-9AF9-828E8AB2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AF472-15E7-6AA4-DEAE-0618B82D7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Dataset</a:t>
            </a:r>
          </a:p>
          <a:p>
            <a:r>
              <a:rPr lang="en-US" dirty="0"/>
              <a:t>Preprocessing</a:t>
            </a:r>
          </a:p>
          <a:p>
            <a:r>
              <a:rPr lang="en-US" dirty="0"/>
              <a:t>Feature Extraction</a:t>
            </a:r>
          </a:p>
          <a:p>
            <a:r>
              <a:rPr lang="en-US" dirty="0"/>
              <a:t>Train ML Model</a:t>
            </a:r>
          </a:p>
          <a:p>
            <a:r>
              <a:rPr lang="en-US" dirty="0"/>
              <a:t>Prediction</a:t>
            </a:r>
          </a:p>
        </p:txBody>
      </p:sp>
      <p:pic>
        <p:nvPicPr>
          <p:cNvPr id="6" name="Picture 5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C6996F9C-D21C-0D59-3F10-D9D3240A02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60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4D0D-C4C3-E591-76FA-B7BA6D64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CC24-29F7-A8B7-2DA4-69E4CE95A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Evaluation Metrics:</a:t>
            </a:r>
          </a:p>
          <a:p>
            <a:r>
              <a:rPr lang="en-US"/>
              <a:t>• Accuracy</a:t>
            </a:r>
          </a:p>
          <a:p>
            <a:r>
              <a:rPr lang="en-US"/>
              <a:t>• Precision</a:t>
            </a:r>
          </a:p>
          <a:p>
            <a:r>
              <a:rPr lang="en-US"/>
              <a:t>• Recall</a:t>
            </a:r>
          </a:p>
          <a:p>
            <a:r>
              <a:rPr lang="en-US"/>
              <a:t>• F1-Score</a:t>
            </a:r>
          </a:p>
        </p:txBody>
      </p:sp>
      <p:pic>
        <p:nvPicPr>
          <p:cNvPr id="4" name="Picture 3" descr="AI : Performance Metrics in Binary Classification(ML)- Part 30 | by Shankar Angadi | Medium">
            <a:extLst>
              <a:ext uri="{FF2B5EF4-FFF2-40B4-BE49-F238E27FC236}">
                <a16:creationId xmlns:a16="http://schemas.microsoft.com/office/drawing/2014/main" id="{D3B1A638-EFB0-0781-ECC2-38C3FD1EA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865" y="1500948"/>
            <a:ext cx="4835012" cy="423031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92684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70C2-D411-346D-815F-414CC7D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91D75-FB13-D52E-8856-879A20BB7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Accuracy:</a:t>
            </a:r>
          </a:p>
          <a:p>
            <a:r>
              <a:rPr lang="en-US" dirty="0"/>
              <a:t>Logistic Regression - 98%</a:t>
            </a:r>
          </a:p>
          <a:p>
            <a:r>
              <a:rPr lang="en-US" dirty="0"/>
              <a:t>Decision Tree – 99%</a:t>
            </a:r>
          </a:p>
          <a:p>
            <a:r>
              <a:rPr lang="en-US" dirty="0"/>
              <a:t>Random Forest </a:t>
            </a:r>
            <a:r>
              <a:rPr lang="en-US"/>
              <a:t>- 98%</a:t>
            </a:r>
            <a:endParaRPr lang="en-US" dirty="0"/>
          </a:p>
          <a:p>
            <a:r>
              <a:rPr lang="en-US" dirty="0"/>
              <a:t>Gradient Boosting - 99%</a:t>
            </a:r>
          </a:p>
        </p:txBody>
      </p:sp>
      <p:pic>
        <p:nvPicPr>
          <p:cNvPr id="4" name="Picture 3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5BCEB65C-139E-7223-006F-FA0D555D643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0994" y="1354581"/>
            <a:ext cx="4643008" cy="414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9F9B-5008-F926-C90D-8D2845FB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DF55F-5584-DF29-A902-D86596E5C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Fast Prediction</a:t>
            </a:r>
          </a:p>
          <a:p>
            <a:r>
              <a:rPr lang="en-US" dirty="0"/>
              <a:t> High Accuracy</a:t>
            </a:r>
          </a:p>
          <a:p>
            <a:r>
              <a:rPr lang="en-US" dirty="0"/>
              <a:t> Reduces Human Effort</a:t>
            </a:r>
          </a:p>
          <a:p>
            <a:r>
              <a:rPr lang="en-US" dirty="0"/>
              <a:t> Scalable</a:t>
            </a:r>
          </a:p>
        </p:txBody>
      </p:sp>
      <p:pic>
        <p:nvPicPr>
          <p:cNvPr id="4" name="Picture 3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868ABC5A-ABF4-5E3A-976F-1C0328FECCA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5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C1AC-8FE5-56E7-4C60-10109737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27DA3-9B65-0BA5-C2EF-EA51246E3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Depends on Dataset Quality</a:t>
            </a:r>
          </a:p>
          <a:p>
            <a:r>
              <a:rPr lang="en-US" dirty="0"/>
              <a:t> Language Dependency</a:t>
            </a:r>
          </a:p>
          <a:p>
            <a:r>
              <a:rPr lang="en-US" dirty="0"/>
              <a:t> Sarcasm Detection is Difficult</a:t>
            </a:r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15D3D71B-66F1-AAC0-7965-06F40BF70D0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57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9C14-AD62-D858-84EA-3C40C3C1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DA37D-B712-EA4D-DF5B-7DFCEBC05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Deep Learning Models</a:t>
            </a:r>
          </a:p>
          <a:p>
            <a:r>
              <a:rPr lang="en-US" dirty="0"/>
              <a:t> Real-Time Detection</a:t>
            </a:r>
          </a:p>
          <a:p>
            <a:r>
              <a:rPr lang="en-US" dirty="0"/>
              <a:t> Multi-language Support</a:t>
            </a:r>
          </a:p>
          <a:p>
            <a:r>
              <a:rPr lang="en-US" dirty="0"/>
              <a:t> Browser Extension</a:t>
            </a:r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3CB4156C-6705-7619-63A8-9E008768A1B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8544" y="1435510"/>
            <a:ext cx="4955458" cy="38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82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2148-048F-3DC2-4886-9052FFAE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33478" y="648929"/>
            <a:ext cx="8596668" cy="1887794"/>
          </a:xfrm>
        </p:spPr>
        <p:txBody>
          <a:bodyPr/>
          <a:lstStyle/>
          <a:p>
            <a:r>
              <a:rPr lang="en-US" dirty="0"/>
              <a:t>          </a:t>
            </a:r>
            <a:r>
              <a:rPr lang="en-US" sz="9600" dirty="0"/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1B4D1-3743-4F30-EFD6-1F6D7D2AFA2E}"/>
              </a:ext>
            </a:extLst>
          </p:cNvPr>
          <p:cNvSpPr/>
          <p:nvPr/>
        </p:nvSpPr>
        <p:spPr>
          <a:xfrm>
            <a:off x="7069393" y="5481483"/>
            <a:ext cx="5122607" cy="13765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Jaishree Kushwaha</a:t>
            </a:r>
          </a:p>
        </p:txBody>
      </p:sp>
      <p:pic>
        <p:nvPicPr>
          <p:cNvPr id="5" name="Picture 4" descr="Fake News Detection Using NLP: A Complete Machine Learning Project | by Shreyas Naphad | Activated Thinker | Jan, 2026 | Medium">
            <a:extLst>
              <a:ext uri="{FF2B5EF4-FFF2-40B4-BE49-F238E27FC236}">
                <a16:creationId xmlns:a16="http://schemas.microsoft.com/office/drawing/2014/main" id="{A2959C51-C96B-6E0E-2A0A-F9E04F3DA40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4296" y="2049813"/>
            <a:ext cx="9212825" cy="337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662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277</Words>
  <Application>Microsoft Office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Fake News Detection Using Machine Learning</vt:lpstr>
      <vt:lpstr>Agenda</vt:lpstr>
      <vt:lpstr>Introduction</vt:lpstr>
      <vt:lpstr>Problem Statement</vt:lpstr>
      <vt:lpstr>Objectives</vt:lpstr>
      <vt:lpstr>Dataset</vt:lpstr>
      <vt:lpstr>Data Preprocessing</vt:lpstr>
      <vt:lpstr>Feature Extraction</vt:lpstr>
      <vt:lpstr>Machine Learning Algorithms</vt:lpstr>
      <vt:lpstr>PowerPoint Presentation</vt:lpstr>
      <vt:lpstr>Workflow</vt:lpstr>
      <vt:lpstr>Model Evaluation</vt:lpstr>
      <vt:lpstr>Results</vt:lpstr>
      <vt:lpstr>Advantages</vt:lpstr>
      <vt:lpstr>Limitations</vt:lpstr>
      <vt:lpstr>Future Scope</vt:lpstr>
      <vt:lpstr>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Jaishree Kushwaha</dc:creator>
  <cp:lastModifiedBy>Jaishree Kushwaha</cp:lastModifiedBy>
  <cp:revision>2</cp:revision>
  <dcterms:created xsi:type="dcterms:W3CDTF">2026-07-07T04:10:46Z</dcterms:created>
  <dcterms:modified xsi:type="dcterms:W3CDTF">2026-07-12T08:23:56Z</dcterms:modified>
</cp:coreProperties>
</file>